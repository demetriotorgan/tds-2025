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52A1-8344-414D-9ED9-C527373D0647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4E8E-CFE0-41A1-BB7A-7411628560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855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52A1-8344-414D-9ED9-C527373D0647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4E8E-CFE0-41A1-BB7A-7411628560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3906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52A1-8344-414D-9ED9-C527373D0647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4E8E-CFE0-41A1-BB7A-7411628560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50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52A1-8344-414D-9ED9-C527373D0647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4E8E-CFE0-41A1-BB7A-7411628560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239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52A1-8344-414D-9ED9-C527373D0647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4E8E-CFE0-41A1-BB7A-7411628560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9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52A1-8344-414D-9ED9-C527373D0647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4E8E-CFE0-41A1-BB7A-7411628560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3371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52A1-8344-414D-9ED9-C527373D0647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4E8E-CFE0-41A1-BB7A-7411628560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36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52A1-8344-414D-9ED9-C527373D0647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4E8E-CFE0-41A1-BB7A-7411628560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145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52A1-8344-414D-9ED9-C527373D0647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4E8E-CFE0-41A1-BB7A-7411628560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1124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52A1-8344-414D-9ED9-C527373D0647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4E8E-CFE0-41A1-BB7A-7411628560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6640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52A1-8344-414D-9ED9-C527373D0647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4E8E-CFE0-41A1-BB7A-7411628560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064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052A1-8344-414D-9ED9-C527373D0647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34E8E-CFE0-41A1-BB7A-7411628560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69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836712"/>
            <a:ext cx="7772400" cy="1470025"/>
          </a:xfrm>
        </p:spPr>
        <p:txBody>
          <a:bodyPr/>
          <a:lstStyle/>
          <a:p>
            <a:r>
              <a:rPr lang="pt-BR" dirty="0" err="1" smtClean="0"/>
              <a:t>Emotions</a:t>
            </a:r>
            <a:r>
              <a:rPr lang="pt-BR" dirty="0" smtClean="0"/>
              <a:t> em Java Script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1 ano - TDS</a:t>
            </a:r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132856"/>
            <a:ext cx="5184576" cy="1543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6643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Criando o &lt;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" y="2130425"/>
            <a:ext cx="8680450" cy="259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>
          <a:xfrm>
            <a:off x="755576" y="3284984"/>
            <a:ext cx="8208912" cy="9361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/>
          <p:cNvCxnSpPr/>
          <p:nvPr/>
        </p:nvCxnSpPr>
        <p:spPr>
          <a:xfrm flipH="1">
            <a:off x="899592" y="4077072"/>
            <a:ext cx="1584176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467544" y="5543488"/>
            <a:ext cx="4662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Copie e cole este CDN no arquivo no </a:t>
            </a:r>
            <a:r>
              <a:rPr lang="pt-BR" dirty="0" err="1" smtClean="0"/>
              <a:t>ClassRoom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3850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Criando o &lt;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07975"/>
            <a:ext cx="7920880" cy="521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339752" y="2132856"/>
            <a:ext cx="5472608" cy="12241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2123728" y="4221088"/>
            <a:ext cx="5472608" cy="12241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/>
          <p:cNvCxnSpPr/>
          <p:nvPr/>
        </p:nvCxnSpPr>
        <p:spPr>
          <a:xfrm flipH="1" flipV="1">
            <a:off x="1043608" y="764704"/>
            <a:ext cx="1008112" cy="40684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1"/>
          </p:cNvCxnSpPr>
          <p:nvPr/>
        </p:nvCxnSpPr>
        <p:spPr>
          <a:xfrm flipH="1" flipV="1">
            <a:off x="1331640" y="836712"/>
            <a:ext cx="1008112" cy="19082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395536" y="292006"/>
            <a:ext cx="3679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Copie e cole do arquivo no </a:t>
            </a:r>
            <a:r>
              <a:rPr lang="pt-BR" dirty="0" err="1" smtClean="0"/>
              <a:t>classroom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0652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1771650"/>
            <a:ext cx="5629275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3995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2705"/>
            <a:ext cx="6912768" cy="520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8310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3" y="228600"/>
            <a:ext cx="4676775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8338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1824038"/>
            <a:ext cx="4972050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2408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</a:t>
            </a:r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196752"/>
            <a:ext cx="7842076" cy="552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5199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Resultado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2289175"/>
            <a:ext cx="7931150" cy="227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50695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Tema do Office</vt:lpstr>
      <vt:lpstr>Emotions em Java Script</vt:lpstr>
      <vt:lpstr>Criando o &lt;head&gt;</vt:lpstr>
      <vt:lpstr>Criando o &lt;body&gt;</vt:lpstr>
      <vt:lpstr>CSS</vt:lpstr>
      <vt:lpstr>Apresentação do PowerPoint</vt:lpstr>
      <vt:lpstr>Apresentação do PowerPoint</vt:lpstr>
      <vt:lpstr>Apresentação do PowerPoint</vt:lpstr>
      <vt:lpstr>Java Script</vt:lpstr>
      <vt:lpstr>Resultado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Demetrio</dc:creator>
  <cp:lastModifiedBy>Demetrio</cp:lastModifiedBy>
  <cp:revision>5</cp:revision>
  <dcterms:created xsi:type="dcterms:W3CDTF">2025-11-10T12:12:02Z</dcterms:created>
  <dcterms:modified xsi:type="dcterms:W3CDTF">2025-11-12T11:41:26Z</dcterms:modified>
</cp:coreProperties>
</file>