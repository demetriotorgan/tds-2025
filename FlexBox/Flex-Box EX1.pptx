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86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0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3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67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9371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23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60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6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81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83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3DD8E-E7D6-445E-97F4-FF92F436A209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BA3B1-69BF-4E23-84BC-A6E9A25AAA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Flex-Box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Exercício 01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975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Iniciando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1- Crie o arquivo index.html</a:t>
            </a:r>
          </a:p>
          <a:p>
            <a:pPr marL="0" indent="0">
              <a:buNone/>
            </a:pPr>
            <a:r>
              <a:rPr lang="pt-BR" dirty="0" smtClean="0"/>
              <a:t>2- Crie o arquivo style.css</a:t>
            </a:r>
          </a:p>
          <a:p>
            <a:pPr marL="0" indent="0">
              <a:buNone/>
            </a:pPr>
            <a:r>
              <a:rPr lang="pt-BR" dirty="0" smtClean="0"/>
              <a:t>3- Em index.html crie o cabeçalho</a:t>
            </a:r>
          </a:p>
          <a:p>
            <a:pPr marL="0" indent="0">
              <a:buNone/>
            </a:pPr>
            <a:r>
              <a:rPr lang="pt-BR" dirty="0" smtClean="0"/>
              <a:t>4-Faça a importação do style.css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075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FlexContainer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54173"/>
            <a:ext cx="8193946" cy="393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115616" y="4005064"/>
            <a:ext cx="302433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611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</Words>
  <Application>Microsoft Office PowerPoint</Application>
  <PresentationFormat>Apresentação na tela 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Flex-Box</vt:lpstr>
      <vt:lpstr>Iniciando</vt:lpstr>
      <vt:lpstr>FlexContainer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Flex-Box</dc:title>
  <dc:creator>Demetrio</dc:creator>
  <cp:lastModifiedBy>Demetrio</cp:lastModifiedBy>
  <cp:revision>1</cp:revision>
  <dcterms:created xsi:type="dcterms:W3CDTF">2025-09-22T11:44:34Z</dcterms:created>
  <dcterms:modified xsi:type="dcterms:W3CDTF">2025-09-22T11:49:14Z</dcterms:modified>
</cp:coreProperties>
</file>