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41D19-5598-4B73-B96F-F2A7CD25B0A7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7687-0136-457F-B012-BA1ACEA20F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9065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41D19-5598-4B73-B96F-F2A7CD25B0A7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7687-0136-457F-B012-BA1ACEA20F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7915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41D19-5598-4B73-B96F-F2A7CD25B0A7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7687-0136-457F-B012-BA1ACEA20F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9286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41D19-5598-4B73-B96F-F2A7CD25B0A7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7687-0136-457F-B012-BA1ACEA20F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0290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41D19-5598-4B73-B96F-F2A7CD25B0A7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7687-0136-457F-B012-BA1ACEA20F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268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41D19-5598-4B73-B96F-F2A7CD25B0A7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7687-0136-457F-B012-BA1ACEA20F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3179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41D19-5598-4B73-B96F-F2A7CD25B0A7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7687-0136-457F-B012-BA1ACEA20F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8687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41D19-5598-4B73-B96F-F2A7CD25B0A7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7687-0136-457F-B012-BA1ACEA20F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7883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41D19-5598-4B73-B96F-F2A7CD25B0A7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7687-0136-457F-B012-BA1ACEA20F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7265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41D19-5598-4B73-B96F-F2A7CD25B0A7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7687-0136-457F-B012-BA1ACEA20F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6126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41D19-5598-4B73-B96F-F2A7CD25B0A7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7687-0136-457F-B012-BA1ACEA20F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4922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641D19-5598-4B73-B96F-F2A7CD25B0A7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CC7687-0136-457F-B012-BA1ACEA20F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8979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err="1" smtClean="0"/>
              <a:t>FlexBox</a:t>
            </a:r>
            <a:r>
              <a:rPr lang="pt-BR" dirty="0" smtClean="0"/>
              <a:t> – Parte 2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8127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Crie o index.html</a:t>
            </a:r>
            <a:endParaRPr lang="pt-BR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196752"/>
            <a:ext cx="6586885" cy="54195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44930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Crie o style.css</a:t>
            </a:r>
            <a:endParaRPr lang="pt-B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1268751"/>
            <a:ext cx="4608512" cy="5142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45831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Resultado</a:t>
            </a:r>
            <a:endParaRPr lang="pt-BR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648674"/>
            <a:ext cx="8064896" cy="12573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7495453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</Words>
  <Application>Microsoft Office PowerPoint</Application>
  <PresentationFormat>Apresentação na tela (4:3)</PresentationFormat>
  <Paragraphs>4</Paragraphs>
  <Slides>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5" baseType="lpstr">
      <vt:lpstr>Tema do Office</vt:lpstr>
      <vt:lpstr>FlexBox – Parte 2</vt:lpstr>
      <vt:lpstr>Crie o index.html</vt:lpstr>
      <vt:lpstr>Crie o style.css</vt:lpstr>
      <vt:lpstr>Resultado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FlexBox – Parte 2</dc:title>
  <dc:creator>Demetrio</dc:creator>
  <cp:lastModifiedBy>Demetrio</cp:lastModifiedBy>
  <cp:revision>3</cp:revision>
  <dcterms:created xsi:type="dcterms:W3CDTF">2025-09-29T11:25:07Z</dcterms:created>
  <dcterms:modified xsi:type="dcterms:W3CDTF">2025-09-29T11:30:04Z</dcterms:modified>
</cp:coreProperties>
</file>