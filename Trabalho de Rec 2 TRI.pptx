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61" r:id="rId5"/>
    <p:sldId id="258" r:id="rId6"/>
    <p:sldId id="259" r:id="rId7"/>
    <p:sldId id="260" r:id="rId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AE996-6B4B-4259-AE9C-5B7E7F58FBDD}" type="datetimeFigureOut">
              <a:rPr lang="pt-BR" smtClean="0"/>
              <a:t>15/08/2025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4B9B0-CD07-4F25-A9A1-CD98A0302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0425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AE996-6B4B-4259-AE9C-5B7E7F58FBDD}" type="datetimeFigureOut">
              <a:rPr lang="pt-BR" smtClean="0"/>
              <a:t>15/08/2025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4B9B0-CD07-4F25-A9A1-CD98A0302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119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AE996-6B4B-4259-AE9C-5B7E7F58FBDD}" type="datetimeFigureOut">
              <a:rPr lang="pt-BR" smtClean="0"/>
              <a:t>15/08/2025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4B9B0-CD07-4F25-A9A1-CD98A0302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78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AE996-6B4B-4259-AE9C-5B7E7F58FBDD}" type="datetimeFigureOut">
              <a:rPr lang="pt-BR" smtClean="0"/>
              <a:t>15/08/2025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4B9B0-CD07-4F25-A9A1-CD98A0302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026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AE996-6B4B-4259-AE9C-5B7E7F58FBDD}" type="datetimeFigureOut">
              <a:rPr lang="pt-BR" smtClean="0"/>
              <a:t>15/08/2025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4B9B0-CD07-4F25-A9A1-CD98A0302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8449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AE996-6B4B-4259-AE9C-5B7E7F58FBDD}" type="datetimeFigureOut">
              <a:rPr lang="pt-BR" smtClean="0"/>
              <a:t>15/08/2025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4B9B0-CD07-4F25-A9A1-CD98A0302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0315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AE996-6B4B-4259-AE9C-5B7E7F58FBDD}" type="datetimeFigureOut">
              <a:rPr lang="pt-BR" smtClean="0"/>
              <a:t>15/08/2025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4B9B0-CD07-4F25-A9A1-CD98A0302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8397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AE996-6B4B-4259-AE9C-5B7E7F58FBDD}" type="datetimeFigureOut">
              <a:rPr lang="pt-BR" smtClean="0"/>
              <a:t>15/08/2025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4B9B0-CD07-4F25-A9A1-CD98A0302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8550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AE996-6B4B-4259-AE9C-5B7E7F58FBDD}" type="datetimeFigureOut">
              <a:rPr lang="pt-BR" smtClean="0"/>
              <a:t>15/08/2025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4B9B0-CD07-4F25-A9A1-CD98A0302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8566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AE996-6B4B-4259-AE9C-5B7E7F58FBDD}" type="datetimeFigureOut">
              <a:rPr lang="pt-BR" smtClean="0"/>
              <a:t>15/08/2025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4B9B0-CD07-4F25-A9A1-CD98A0302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9925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AE996-6B4B-4259-AE9C-5B7E7F58FBDD}" type="datetimeFigureOut">
              <a:rPr lang="pt-BR" smtClean="0"/>
              <a:t>15/08/2025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4B9B0-CD07-4F25-A9A1-CD98A0302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0760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AE996-6B4B-4259-AE9C-5B7E7F58FBDD}" type="datetimeFigureOut">
              <a:rPr lang="pt-BR" smtClean="0"/>
              <a:t>15/08/2025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24B9B0-CD07-4F25-A9A1-CD98A0302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9114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Trabalho de Recuperação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Criar um </a:t>
            </a:r>
            <a:r>
              <a:rPr lang="pt-BR" dirty="0" err="1" smtClean="0"/>
              <a:t>card</a:t>
            </a:r>
            <a:r>
              <a:rPr lang="pt-BR" dirty="0" smtClean="0"/>
              <a:t> de notícia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4180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Objetivo do Trabalho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Criar um </a:t>
            </a:r>
            <a:r>
              <a:rPr lang="pt-BR" dirty="0" err="1" smtClean="0"/>
              <a:t>card</a:t>
            </a:r>
            <a:r>
              <a:rPr lang="pt-BR" dirty="0" smtClean="0"/>
              <a:t> que contém um notícia:</a:t>
            </a:r>
            <a:endParaRPr lang="pt-B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301574"/>
            <a:ext cx="4262040" cy="4170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963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Crie o index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702" y="1340768"/>
            <a:ext cx="84201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7860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Pesquise: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1- Pesquise o titulo de uma notícia</a:t>
            </a:r>
          </a:p>
          <a:p>
            <a:pPr marL="0" indent="0">
              <a:buNone/>
            </a:pPr>
            <a:r>
              <a:rPr lang="pt-BR" dirty="0" smtClean="0"/>
              <a:t>2-Salve a imagem da noticia na pasta do projeto</a:t>
            </a:r>
          </a:p>
          <a:p>
            <a:pPr marL="0" indent="0">
              <a:buNone/>
            </a:pPr>
            <a:r>
              <a:rPr lang="pt-BR" dirty="0" smtClean="0"/>
              <a:t>3-Adicione o titulo, a imagem e o texto da notícia ao seu HTML</a:t>
            </a:r>
          </a:p>
          <a:p>
            <a:pPr marL="0" indent="0">
              <a:buNone/>
            </a:pPr>
            <a:r>
              <a:rPr lang="pt-BR" dirty="0" smtClean="0"/>
              <a:t>4- Crie o CSS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2985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Crie o CSS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301070"/>
            <a:ext cx="5437981" cy="5016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865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7913" y="628650"/>
            <a:ext cx="4448175" cy="560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71734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738" y="1104900"/>
            <a:ext cx="5724525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13610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61</Words>
  <Application>Microsoft Office PowerPoint</Application>
  <PresentationFormat>Apresentação na tela (4:3)</PresentationFormat>
  <Paragraphs>11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8" baseType="lpstr">
      <vt:lpstr>Tema do Office</vt:lpstr>
      <vt:lpstr>Trabalho de Recuperação</vt:lpstr>
      <vt:lpstr>Objetivo do Trabalho</vt:lpstr>
      <vt:lpstr>Crie o index</vt:lpstr>
      <vt:lpstr>Pesquise:</vt:lpstr>
      <vt:lpstr>Crie o CSS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Trabalho de Recuperação</dc:title>
  <dc:creator>Demetrio</dc:creator>
  <cp:lastModifiedBy>Demetrio</cp:lastModifiedBy>
  <cp:revision>1</cp:revision>
  <dcterms:created xsi:type="dcterms:W3CDTF">2025-08-15T13:23:23Z</dcterms:created>
  <dcterms:modified xsi:type="dcterms:W3CDTF">2025-08-15T13:28:23Z</dcterms:modified>
</cp:coreProperties>
</file>