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13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722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88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1932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810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0319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998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897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85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785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77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7DDFD-0C7A-4EC7-B878-A04CDA65F719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D255B-6E2F-4BC1-B2AE-DA31F2882B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71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Carrossel de Fotos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Trabalho de Front-</a:t>
            </a:r>
            <a:r>
              <a:rPr lang="pt-BR" dirty="0" err="1" smtClean="0"/>
              <a:t>End</a:t>
            </a:r>
            <a:r>
              <a:rPr lang="pt-BR" dirty="0" smtClean="0"/>
              <a:t> com Java Script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5568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Parte 1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467544" y="1628800"/>
            <a:ext cx="79928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Crie o layout padrão:</a:t>
            </a:r>
          </a:p>
          <a:p>
            <a:endParaRPr lang="pt-BR" sz="4000" dirty="0"/>
          </a:p>
          <a:p>
            <a:r>
              <a:rPr lang="pt-BR" sz="4000" dirty="0" smtClean="0"/>
              <a:t>1-index.html</a:t>
            </a:r>
          </a:p>
          <a:p>
            <a:r>
              <a:rPr lang="pt-BR" sz="4000" dirty="0" smtClean="0"/>
              <a:t>2-style.css</a:t>
            </a:r>
          </a:p>
          <a:p>
            <a:r>
              <a:rPr lang="pt-BR" sz="4000" dirty="0" smtClean="0"/>
              <a:t>3-script.js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961073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Entre no Google e digite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1495425"/>
            <a:ext cx="8769350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>
            <a:off x="683568" y="908720"/>
            <a:ext cx="1008112" cy="5867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V="1">
            <a:off x="755576" y="4797152"/>
            <a:ext cx="648072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590057" y="5949280"/>
            <a:ext cx="1543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Clique AQUI!!!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559967" y="570284"/>
            <a:ext cx="731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Digite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705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Copie o código do CDN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84784"/>
            <a:ext cx="7169150" cy="499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 flipH="1">
            <a:off x="7236296" y="2924944"/>
            <a:ext cx="1224136" cy="26642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7996734" y="2708920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Clique Aqui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012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28800"/>
            <a:ext cx="8463924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Cole o CDN em seu &lt;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  <a:endParaRPr lang="pt-BR" dirty="0"/>
          </a:p>
        </p:txBody>
      </p:sp>
      <p:cxnSp>
        <p:nvCxnSpPr>
          <p:cNvPr id="4" name="Conector de seta reta 3"/>
          <p:cNvCxnSpPr/>
          <p:nvPr/>
        </p:nvCxnSpPr>
        <p:spPr>
          <a:xfrm>
            <a:off x="611560" y="3068960"/>
            <a:ext cx="1440160" cy="216871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1766000" y="5237670"/>
            <a:ext cx="25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CDN do FONT AWESOME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323528" y="2708920"/>
            <a:ext cx="8568952" cy="936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85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&lt;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  <a:endParaRPr lang="pt-B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916832"/>
            <a:ext cx="8839919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 flipH="1">
            <a:off x="2915816" y="2852936"/>
            <a:ext cx="864096" cy="280831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2123728" y="5669216"/>
            <a:ext cx="374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Copie e cole o ícone do </a:t>
            </a:r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awesome</a:t>
            </a:r>
            <a:endParaRPr lang="pt-BR" dirty="0"/>
          </a:p>
        </p:txBody>
      </p:sp>
      <p:cxnSp>
        <p:nvCxnSpPr>
          <p:cNvPr id="9" name="Conector de seta reta 8"/>
          <p:cNvCxnSpPr/>
          <p:nvPr/>
        </p:nvCxnSpPr>
        <p:spPr>
          <a:xfrm flipH="1">
            <a:off x="2915816" y="3429000"/>
            <a:ext cx="1152128" cy="2240216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052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Style.css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394391"/>
            <a:ext cx="4311650" cy="483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1947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664" y="980728"/>
            <a:ext cx="3933825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4088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Script.js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56792"/>
            <a:ext cx="8761565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5830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576263"/>
            <a:ext cx="830580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8175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60</Words>
  <Application>Microsoft Office PowerPoint</Application>
  <PresentationFormat>Apresentação na tela (4:3)</PresentationFormat>
  <Paragraphs>19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Tema do Office</vt:lpstr>
      <vt:lpstr>Carrossel de Fotos</vt:lpstr>
      <vt:lpstr>Parte 1</vt:lpstr>
      <vt:lpstr>Entre no Google e digite</vt:lpstr>
      <vt:lpstr>Copie o código do CDN</vt:lpstr>
      <vt:lpstr>Cole o CDN em seu &lt;head&gt;</vt:lpstr>
      <vt:lpstr>&lt;body&gt;</vt:lpstr>
      <vt:lpstr>Style.css</vt:lpstr>
      <vt:lpstr>Apresentação do PowerPoint</vt:lpstr>
      <vt:lpstr>Script.js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Carrossel de Fotos</dc:title>
  <dc:creator>Demetrio</dc:creator>
  <cp:lastModifiedBy>Demetrio</cp:lastModifiedBy>
  <cp:revision>10</cp:revision>
  <dcterms:created xsi:type="dcterms:W3CDTF">2025-11-12T10:57:07Z</dcterms:created>
  <dcterms:modified xsi:type="dcterms:W3CDTF">2025-11-12T11:19:23Z</dcterms:modified>
</cp:coreProperties>
</file>